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7745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1645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INTERNSHIP PROJECT · WEEK 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 Insurance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Dashboard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2880360"/>
            <a:ext cx="4114800" cy="36576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063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Deepak Biswas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· Power BI · Business Intelligence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Codebasics Internship Program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32688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02455" y="1225296"/>
            <a:ext cx="3931920" cy="3566160"/>
          </a:xfrm>
          <a:prstGeom prst="rect">
            <a:avLst/>
          </a:prstGeom>
          <a:solidFill>
            <a:srgbClr val="122B47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393192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7276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Shield Insurance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Customer-first insurance provider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individuals across all age groups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values: Affordability, Flexibility &amp; Simplicity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financial security for every life stage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multi-city &amp; multi-channel presence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931920" cy="3566160"/>
          </a:xfrm>
          <a:prstGeom prst="rect">
            <a:avLst/>
          </a:prstGeom>
          <a:solidFill>
            <a:srgbClr val="122B47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3931920" cy="7315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57276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</a:t>
            </a: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</a:t>
            </a: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</a:p>
        </p:txBody>
      </p:sp>
      <p:sp>
        <p:nvSpPr>
          <p:cNvPr id="12" name="Text 10"/>
          <p:cNvSpPr/>
          <p:nvPr/>
        </p:nvSpPr>
        <p:spPr>
          <a:xfrm>
            <a:off x="4892040" y="169164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– Virtual Internship at Codebasics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on business intelligence &amp; dashboarding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used: Microsoft Power BI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Overview, Sales Mode &amp; Age Group analysis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raw data into actionable insights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48920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 Insurance · BI Dashboard Project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32688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931920" cy="1600200"/>
          </a:xfrm>
          <a:prstGeom prst="rect">
            <a:avLst/>
          </a:prstGeom>
          <a:solidFill>
            <a:srgbClr val="122B47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64008" cy="1600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32588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Scattered Data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" y="1755648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spread across regions, channels &amp; segments — no unified view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931920" cy="1600200"/>
          </a:xfrm>
          <a:prstGeom prst="rect">
            <a:avLst/>
          </a:prstGeom>
          <a:solidFill>
            <a:srgbClr val="122B47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188720"/>
            <a:ext cx="64008" cy="1600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132588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No Real-Time Insights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19472" y="1755648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live data slows decision-making &amp; responsiveness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017520"/>
            <a:ext cx="3931920" cy="1600200"/>
          </a:xfrm>
          <a:prstGeom prst="rect">
            <a:avLst/>
          </a:prstGeom>
          <a:solidFill>
            <a:srgbClr val="122B47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017520"/>
            <a:ext cx="64008" cy="1600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315468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Hidden Gaps &amp; Trends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0352" y="3584448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to identify performance gaps &amp; growth opportunities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3017520"/>
            <a:ext cx="3931920" cy="1600200"/>
          </a:xfrm>
          <a:prstGeom prst="rect">
            <a:avLst/>
          </a:prstGeom>
          <a:solidFill>
            <a:srgbClr val="122B47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3017520"/>
            <a:ext cx="64008" cy="1600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315468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Raw Data Problem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19472" y="3584448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Unable to convert raw data into actionable business intelligence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48920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 Insurance · BI Dashboard Project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32688"/>
            <a:ext cx="9144000" cy="457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comprehensive, interactive Power BI dashboard that turns scattered data into clear business intelligence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457200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0116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8680" y="2011680"/>
            <a:ext cx="7909560" cy="411480"/>
          </a:xfrm>
          <a:prstGeom prst="rect">
            <a:avLst/>
          </a:prstGeom>
          <a:solidFill>
            <a:srgbClr val="122B47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0116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View — Single dashboard for all business performance metrics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560320"/>
            <a:ext cx="457200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5603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8680" y="2560320"/>
            <a:ext cx="7909560" cy="411480"/>
          </a:xfrm>
          <a:prstGeom prst="rect">
            <a:avLst/>
          </a:prstGeom>
          <a:solidFill>
            <a:srgbClr val="122B47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56032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Decisions — Empower stakeholders with real-time insights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108960"/>
            <a:ext cx="457200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1089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68680" y="3108960"/>
            <a:ext cx="7909560" cy="411480"/>
          </a:xfrm>
          <a:prstGeom prst="rect">
            <a:avLst/>
          </a:prstGeom>
          <a:solidFill>
            <a:srgbClr val="122B47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10896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Multi-Dimensional Analysis — Drill down by city, channel, age group &amp; policy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657600"/>
            <a:ext cx="457200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6576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68680" y="3657600"/>
            <a:ext cx="7909560" cy="411480"/>
          </a:xfrm>
          <a:prstGeom prst="rect">
            <a:avLst/>
          </a:prstGeom>
          <a:solidFill>
            <a:srgbClr val="122B47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365760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Identification — Surface key patterns and seasonal behaviors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4206240"/>
            <a:ext cx="457200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2062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68680" y="4206240"/>
            <a:ext cx="7909560" cy="411480"/>
          </a:xfrm>
          <a:prstGeom prst="rect">
            <a:avLst/>
          </a:prstGeom>
          <a:solidFill>
            <a:srgbClr val="122B47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420624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Opportunities — Highlight underperforming areas for strategic action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5760" y="48920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 Insurance · BI Dashboard Project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32688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&amp; Methodology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1965960" cy="3566160"/>
          </a:xfrm>
          <a:prstGeom prst="rect">
            <a:avLst/>
          </a:prstGeom>
          <a:solidFill>
            <a:srgbClr val="122B47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1234440"/>
            <a:ext cx="822960" cy="8229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234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7889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offline, online, app &amp; website data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419856"/>
            <a:ext cx="1234440" cy="3657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204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 single unified data source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331720" y="2468880"/>
            <a:ext cx="164592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14600" y="1143000"/>
            <a:ext cx="1965960" cy="3566160"/>
          </a:xfrm>
          <a:prstGeom prst="rect">
            <a:avLst/>
          </a:prstGeom>
          <a:solidFill>
            <a:srgbClr val="122B47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44952" y="1234440"/>
            <a:ext cx="822960" cy="8229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44952" y="1234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606040" y="21945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06040" y="27889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Customers, Policies, Transactions &amp; Time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880360" y="3419856"/>
            <a:ext cx="1234440" cy="3657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06040" y="35204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relational model for Power BI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80560" y="2468880"/>
            <a:ext cx="164592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1143000"/>
            <a:ext cx="1965960" cy="3566160"/>
          </a:xfrm>
          <a:prstGeom prst="rect">
            <a:avLst/>
          </a:prstGeom>
          <a:solidFill>
            <a:srgbClr val="122B47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93792" y="1234440"/>
            <a:ext cx="822960" cy="8229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93792" y="1234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754880" y="21945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Development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54880" y="27889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4-page interactive Power BI dashboard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0" y="3419856"/>
            <a:ext cx="1234440" cy="3657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35204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&amp; slicers for easy navigation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629400" y="2468880"/>
            <a:ext cx="164592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12280" y="1143000"/>
            <a:ext cx="1965960" cy="3566160"/>
          </a:xfrm>
          <a:prstGeom prst="rect">
            <a:avLst/>
          </a:prstGeom>
          <a:solidFill>
            <a:srgbClr val="122B47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42632" y="1234440"/>
            <a:ext cx="822960" cy="8229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42632" y="1234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903720" y="21945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KPIs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903720" y="27889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Customer Count, DRG &amp; DCG metrics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178040" y="3419856"/>
            <a:ext cx="1234440" cy="3657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03720" y="35204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analysis &amp; customer segmentation views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65760" y="48920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 Insurance · BI Dashboard Project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Home Page</a:t>
            </a:r>
            <a:endParaRPr lang="en-US" sz="2000" dirty="0"/>
          </a:p>
        </p:txBody>
      </p:sp>
      <p:pic>
        <p:nvPicPr>
          <p:cNvPr id="4" name="Image 0" descr="/home/claude/1776095476694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658368"/>
            <a:ext cx="886968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32688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 — Analysis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023360" cy="1691640"/>
          </a:xfrm>
          <a:prstGeom prst="rect">
            <a:avLst/>
          </a:prstGeom>
          <a:solidFill>
            <a:srgbClr val="122B47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43000"/>
            <a:ext cx="402336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3444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1673352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key revenue, customer &amp; growth metrics across cities and age groups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4023360" cy="1691640"/>
          </a:xfrm>
          <a:prstGeom prst="rect">
            <a:avLst/>
          </a:prstGeom>
          <a:solidFill>
            <a:srgbClr val="122B47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143000"/>
            <a:ext cx="4023360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23444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Mode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92040" y="1673352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revenue and customer distribution by offline vs. digital channels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108960"/>
            <a:ext cx="4023360" cy="1691640"/>
          </a:xfrm>
          <a:prstGeom prst="rect">
            <a:avLst/>
          </a:prstGeom>
          <a:solidFill>
            <a:srgbClr val="122B47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108960"/>
            <a:ext cx="402336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20040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920" y="3639312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Examines age-group trends, policy preferences, settlement behavior &amp; sales modes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3108960"/>
            <a:ext cx="4023360" cy="1691640"/>
          </a:xfrm>
          <a:prstGeom prst="rect">
            <a:avLst/>
          </a:prstGeom>
          <a:solidFill>
            <a:srgbClr val="122B47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3108960"/>
            <a:ext cx="4023360" cy="6400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320040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92040" y="3639312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supporting notes, data sources, and contact information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 of the dashboard · Clean navigation with 4 sections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Overview (Business Summary)</a:t>
            </a:r>
            <a:endParaRPr lang="en-US" sz="2000" dirty="0"/>
          </a:p>
        </p:txBody>
      </p:sp>
      <p:pic>
        <p:nvPicPr>
          <p:cNvPr id="4" name="Image 0" descr="/home/claude/1776095481091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658368"/>
            <a:ext cx="886968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32688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— Key Findings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874520" cy="914400"/>
          </a:xfrm>
          <a:prstGeom prst="rect">
            <a:avLst/>
          </a:prstGeom>
          <a:solidFill>
            <a:srgbClr val="122B47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$989.3M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64592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1097280"/>
            <a:ext cx="1874520" cy="914400"/>
          </a:xfrm>
          <a:prstGeom prst="rect">
            <a:avLst/>
          </a:prstGeom>
          <a:solidFill>
            <a:srgbClr val="122B47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114300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26.8K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468880" y="164592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097280"/>
            <a:ext cx="1874520" cy="914400"/>
          </a:xfrm>
          <a:prstGeom prst="rect">
            <a:avLst/>
          </a:prstGeom>
          <a:solidFill>
            <a:srgbClr val="122B47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14300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$5.5M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0" y="164592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Rev Growth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75120" y="1097280"/>
            <a:ext cx="1874520" cy="914400"/>
          </a:xfrm>
          <a:prstGeom prst="rect">
            <a:avLst/>
          </a:prstGeom>
          <a:solidFill>
            <a:srgbClr val="122B4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114300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148.3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675120" y="164592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Cust Growth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21762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65760" y="2578608"/>
            <a:ext cx="84124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5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NCR leads revenue at ~$401.6M (~40% share); Mumbai at $239.5M; Indore lowest at $81.3M</a:t>
            </a:r>
            <a:endParaRPr lang="en-US" sz="125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5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31–40 age group dominates with 11,455 customers and $356M revenue — core customer segment</a:t>
            </a:r>
            <a:endParaRPr lang="en-US" sz="125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5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2023 was peak month at $264M revenue; November 2022 was the lowest at $132M</a:t>
            </a:r>
            <a:endParaRPr lang="en-US" sz="125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5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revenue concentration in top cities — growth opportunity in tier-2 markets</a:t>
            </a:r>
            <a:endParaRPr lang="en-US" sz="125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5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and customer trends move together — strong correlation between acquisition &amp; revenue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65760" y="48920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 Insurance · BI Dashboard Project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Sales Mode Analysis</a:t>
            </a:r>
            <a:endParaRPr lang="en-US" sz="2000" dirty="0"/>
          </a:p>
        </p:txBody>
      </p:sp>
      <p:pic>
        <p:nvPicPr>
          <p:cNvPr id="4" name="Image 0" descr="/home/claude/1776095485453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658368"/>
            <a:ext cx="886968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32688"/>
            <a:ext cx="9144000" cy="457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Mode Analysis — Key Findings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931920" cy="3566160"/>
          </a:xfrm>
          <a:prstGeom prst="rect">
            <a:avLst/>
          </a:prstGeom>
          <a:solidFill>
            <a:srgbClr val="122B47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430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Distribution by Channel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(Offline)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31721" y="1700784"/>
            <a:ext cx="1332913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40680" y="160020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55.41%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2860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(Online)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377440" y="2322576"/>
            <a:ext cx="877824" cy="21945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00984" y="228600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16.03%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9718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(Offline)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377440" y="3008376"/>
            <a:ext cx="868680" cy="21945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297180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15.86%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6576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(Online)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377440" y="3694176"/>
            <a:ext cx="694944" cy="21945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18104" y="365760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12.70%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097280"/>
            <a:ext cx="3931920" cy="3566160"/>
          </a:xfrm>
          <a:prstGeom prst="rect">
            <a:avLst/>
          </a:prstGeom>
          <a:solidFill>
            <a:srgbClr val="122B47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11430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Trends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92040" y="1572768"/>
            <a:ext cx="3657600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dominate with 55%+ customer share — business is still heavily offline-driven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channel peaked at $134M revenue in March 2023 alone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&amp; Website channels are growing steadily — digital shift underway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channel showing a declining trend — needs strategic review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distribution mirrors customer split: agents generate majority of income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adoption is increasing but remains underdeveloped vs. overall potential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" y="48920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 Insurance · BI Dashboard Project</a:t>
            </a:r>
            <a:endParaRPr lang="en-US" sz="900" dirty="0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CEDEA1B6-6E15-7105-99AE-91AE2D0A4B1C}"/>
              </a:ext>
            </a:extLst>
          </p:cNvPr>
          <p:cNvSpPr/>
          <p:nvPr/>
        </p:nvSpPr>
        <p:spPr>
          <a:xfrm>
            <a:off x="3664634" y="1709928"/>
            <a:ext cx="63304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55.67%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Age Group Analysis</a:t>
            </a:r>
            <a:endParaRPr lang="en-US" sz="2000" dirty="0"/>
          </a:p>
        </p:txBody>
      </p:sp>
      <p:pic>
        <p:nvPicPr>
          <p:cNvPr id="4" name="Image 0" descr="/home/claude/1776095490436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658368"/>
            <a:ext cx="886968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32688"/>
            <a:ext cx="91440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 Analysis — Key Findings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931920" cy="3566160"/>
          </a:xfrm>
          <a:prstGeom prst="rect">
            <a:avLst/>
          </a:prstGeom>
          <a:solidFill>
            <a:srgbClr val="122B47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430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by Age Group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31–40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88720" y="1645920"/>
            <a:ext cx="2020824" cy="182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82696" y="16002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11,455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07568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41–50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188720" y="2121408"/>
            <a:ext cx="832104" cy="1828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93976" y="207568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4,699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55117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25–30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188720" y="2596896"/>
            <a:ext cx="641909" cy="1828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03781" y="255117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3,617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02666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18–24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188720" y="3072384"/>
            <a:ext cx="475488" cy="1828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37360" y="3026664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2,640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35021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51–65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188720" y="3547872"/>
            <a:ext cx="451714" cy="1828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13586" y="35021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2,511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39776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65+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188720" y="4023360"/>
            <a:ext cx="332842" cy="1828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94714" y="39776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1,919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1097280"/>
            <a:ext cx="3931920" cy="3566160"/>
          </a:xfrm>
          <a:prstGeom prst="rect">
            <a:avLst/>
          </a:prstGeom>
          <a:solidFill>
            <a:srgbClr val="122B47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11430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Behavior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92040" y="1572768"/>
            <a:ext cx="3657600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31–40 segment is most valuable: highest in customers, revenue &amp; claims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31–40 age group accounts for 34.79% of all expected settlements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customers (65+) prefer agents; younger groups lean digital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policy POL2005HEL generates ~$324M — product concentration risk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2023 peak visible across all age groups — consistent seasonal pattern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65+ has lowest count (1,919) but shows strong policy diversity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5760" y="48920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 Insurance · BI Dashboard Project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32688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560320" cy="1691640"/>
          </a:xfrm>
          <a:prstGeom prst="rect">
            <a:avLst/>
          </a:prstGeom>
          <a:solidFill>
            <a:srgbClr val="122B47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256032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887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Business Trends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64592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March 2023 = peak month for revenue &amp; customers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November 2022 = lowest activity → clear seasonality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1097280"/>
            <a:ext cx="2560320" cy="1691640"/>
          </a:xfrm>
          <a:prstGeom prst="rect">
            <a:avLst/>
          </a:prstGeom>
          <a:solidFill>
            <a:srgbClr val="122B47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1097280"/>
            <a:ext cx="2560320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11887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🏙  Regional Insights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66160" y="164592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Delhi NCR = ~40% revenue share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Large gap between top &amp; low-performing cities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92240" y="1097280"/>
            <a:ext cx="2560320" cy="1691640"/>
          </a:xfrm>
          <a:prstGeom prst="rect">
            <a:avLst/>
          </a:prstGeom>
          <a:solidFill>
            <a:srgbClr val="122B47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92240" y="1097280"/>
            <a:ext cx="256032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29400" y="11887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Customer Insights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29400" y="164592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31–40 is most valuable segment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Drives highest customers, revenue &amp; claims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901952" y="3063240"/>
            <a:ext cx="2560320" cy="1691640"/>
          </a:xfrm>
          <a:prstGeom prst="rect">
            <a:avLst/>
          </a:prstGeom>
          <a:solidFill>
            <a:srgbClr val="122B4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1952" y="3063240"/>
            <a:ext cx="2560320" cy="6400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39112" y="31546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📲  Channel Insights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039112" y="361188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55%+ dependency on agents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Digital growing — significant untapped potential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65192" y="3063240"/>
            <a:ext cx="2560320" cy="1691640"/>
          </a:xfrm>
          <a:prstGeom prst="rect">
            <a:avLst/>
          </a:prstGeom>
          <a:solidFill>
            <a:srgbClr val="122B47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65192" y="3063240"/>
            <a:ext cx="256032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02352" y="31546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Product Insights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102352" y="361188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Revenue concentrated in few policies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Some products need repositioning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48920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 Insurance · BI Dashboard Project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56432" y="0"/>
            <a:ext cx="4572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Data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Decisions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2331720"/>
            <a:ext cx="27432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246888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By: Deepak Biswas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Codebasics Virtual Internship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— Power BI Project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749040" y="45720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transforms scattered raw data into a structured, interactive, insight-driven dashboard.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749040" y="1280160"/>
            <a:ext cx="5120640" cy="548640"/>
          </a:xfrm>
          <a:prstGeom prst="rect">
            <a:avLst/>
          </a:prstGeom>
          <a:solidFill>
            <a:srgbClr val="122B47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49040" y="1280160"/>
            <a:ext cx="54864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0" y="1298448"/>
            <a:ext cx="4846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Faster, better decision-making with real-time KPI tracking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749040" y="1993392"/>
            <a:ext cx="5120640" cy="548640"/>
          </a:xfrm>
          <a:prstGeom prst="rect">
            <a:avLst/>
          </a:prstGeom>
          <a:solidFill>
            <a:srgbClr val="122B47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49040" y="1993392"/>
            <a:ext cx="54864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0" y="2011680"/>
            <a:ext cx="4846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Identifies growth opportunities across cities and channels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749040" y="2706624"/>
            <a:ext cx="5120640" cy="548640"/>
          </a:xfrm>
          <a:prstGeom prst="rect">
            <a:avLst/>
          </a:prstGeom>
          <a:solidFill>
            <a:srgbClr val="122B47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49040" y="2706624"/>
            <a:ext cx="54864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0" y="2724912"/>
            <a:ext cx="4846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Improves customer targeting with age-group segmentation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749040" y="3419856"/>
            <a:ext cx="5120640" cy="548640"/>
          </a:xfrm>
          <a:prstGeom prst="rect">
            <a:avLst/>
          </a:prstGeom>
          <a:solidFill>
            <a:srgbClr val="122B47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040" y="3419856"/>
            <a:ext cx="54864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0" y="3438144"/>
            <a:ext cx="4846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Optimizes channel &amp; product strategies with data evidence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749040" y="4133088"/>
            <a:ext cx="5120640" cy="548640"/>
          </a:xfrm>
          <a:prstGeom prst="rect">
            <a:avLst/>
          </a:prstGeom>
          <a:solidFill>
            <a:srgbClr val="122B47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49040" y="4133088"/>
            <a:ext cx="54864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0" y="4151376"/>
            <a:ext cx="4846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Demonstrates power of BI in driving business performance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924</Words>
  <Application>Microsoft Office PowerPoint</Application>
  <PresentationFormat>On-screen Show (16:9)</PresentationFormat>
  <Paragraphs>176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Shield Insurance BI Dashboard</dc:title>
  <dc:subject>PptxGenJS Presentation</dc:subject>
  <dc:creator>PptxGenJS</dc:creator>
  <cp:lastModifiedBy>deepak biswas</cp:lastModifiedBy>
  <cp:revision>3</cp:revision>
  <dcterms:created xsi:type="dcterms:W3CDTF">2026-04-13T15:55:17Z</dcterms:created>
  <dcterms:modified xsi:type="dcterms:W3CDTF">2026-04-18T16:39:45Z</dcterms:modified>
</cp:coreProperties>
</file>